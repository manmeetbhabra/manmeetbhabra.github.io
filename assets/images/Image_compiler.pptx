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66" r:id="rId13"/>
    <p:sldId id="26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76"/>
    <p:restoredTop sz="94719"/>
  </p:normalViewPr>
  <p:slideViewPr>
    <p:cSldViewPr snapToGrid="0" snapToObjects="1" showGuides="1">
      <p:cViewPr>
        <p:scale>
          <a:sx n="130" d="100"/>
          <a:sy n="130" d="100"/>
        </p:scale>
        <p:origin x="-248" y="-56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8C33B-FA24-1242-8000-F4DF1063448A}" type="datetimeFigureOut">
              <a:rPr lang="en-US" smtClean="0"/>
              <a:t>8/19/20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49F63-745A-AE48-909B-773567331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8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749F63-745A-AE48-909B-7735673312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93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749F63-745A-AE48-909B-7735673312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30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A99AA-D0D0-CD40-93B7-5648B6FB2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60807-DAC1-7B4C-9B71-D8335A0E2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DE510-3A15-BD4D-9701-EF4E72DE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620D2-7755-8D48-869D-AA536ED03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CDFAD-7EEA-6B45-AFFB-A9EF2AF1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11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FE7A2-CF13-4D45-AB36-3C460E44A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70343-7AC1-8540-BCEB-8DE663F1B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54713-C721-AD4E-BF36-EC45668C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C8C5C-2EB7-4345-8E27-8904BB3C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FC865-9C0C-FB48-88A5-75E382023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4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4274-D862-7447-AD87-3B732177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A1207-1BD9-B440-9FC7-E1C7A615D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2E9B3-48D7-0D45-8F04-1E3F6FDAA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AA26E-8973-1847-ABFF-E46849178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65398-C9FA-F247-88EA-7BEA45B4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1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E3D8D-68A5-094F-BB1A-DF7995F2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79C2B-0742-7A4F-90DE-349575631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8F7FC-8104-FB4B-9F5D-8451F72F8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D8F3D-D6F9-A349-983B-E30BDB15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F0029-7604-B249-B20A-1B68DBD7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98BD3-BD8A-8A44-A020-7AC04D267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10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853F-1913-8B41-A9F6-397FB388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7F818-D636-CE40-A5F3-6D9459826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C31E2-AD6B-6C44-BEC4-3FDC65350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8E6B9-5EE0-9A48-8266-757D501D7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380F0-C418-044D-B6B6-43F401BA0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0342E2-DD0F-C645-99F1-EBDA1E5A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6D38E9-2C6B-6943-BFE8-DB079F32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C46EC-F036-F549-B0EE-DD140AD2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80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44C4-9CF4-3C4A-B7B6-1D567B235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DA070-930E-0A4F-AF9F-7C91E65A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E9261-4831-7342-BC14-17CDF761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04293-3F65-394B-9FA8-EE91A6C6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9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0BC23-1E8E-CF4A-B284-4792E3DD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419CD7-4F10-FF4B-9397-86340627F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3610E-D414-1548-B453-59DD1351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4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CA8A-C256-4D4D-A50A-1C0D926E5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260D5-6F5E-E444-87B2-C1E139E05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5980C-D30E-1147-9DD3-573C8DDE1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B3B4D-86AB-A447-9848-B28BABB8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49A57-E501-5A48-94F7-35DDCF6B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744E2-E606-8B49-9C62-6090BF4FB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8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E3F1-B6DE-4E45-BF87-DF4A72D1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E3339-03A4-1D4C-8B18-B2A290E5B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C812F-CE4D-B349-955E-286AB368A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02C72-88AA-564D-BB9A-E72CC9FF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4D80D-A22D-C84B-8915-31E0BB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D8ECA-A490-9A45-AB3C-2611531E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5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BEA7-235E-D742-8F38-71B86002E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A0CCD-F273-7A4B-9CF7-97E0E3E2E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AC23-F143-1D42-82E4-50048C9F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00820-4576-2F4E-8920-D2A81FA7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22CDF-A0AD-D340-82EE-CCC1F64E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35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079F88-E85D-A444-A3FD-D895805EA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FE8CE-2429-B043-BAC7-3E4504F48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D32B9-8012-CB47-B1A9-89A2D302A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F427-00EB-7744-AA95-7E963CDE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D2D9C-347C-9C46-80C2-E91ECE7B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6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155CDC-4D94-8141-B4E9-B794AE6E1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CD37D-44AA-CD4C-B5EB-F19F2C3BA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09B32-338F-1F49-B141-9FC265715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0DF70-7E58-2C40-A2A2-25D6C369443B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88C0-3944-0E4F-82E9-28E0D9FD8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320CD-FB3D-6749-94F3-095332393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0FC05-5C96-5941-B88C-C9869896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3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star, light&#10;&#10;Description automatically generated">
            <a:extLst>
              <a:ext uri="{FF2B5EF4-FFF2-40B4-BE49-F238E27FC236}">
                <a16:creationId xmlns:a16="http://schemas.microsoft.com/office/drawing/2014/main" id="{CCBAC496-ECBB-B246-818D-001C772CE8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049"/>
          <a:stretch/>
        </p:blipFill>
        <p:spPr>
          <a:xfrm>
            <a:off x="435429" y="127675"/>
            <a:ext cx="6851665" cy="3252907"/>
          </a:xfrm>
          <a:prstGeom prst="rect">
            <a:avLst/>
          </a:prstGeom>
        </p:spPr>
      </p:pic>
      <p:pic>
        <p:nvPicPr>
          <p:cNvPr id="7" name="Picture 6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515A4034-18EE-204D-9F95-30B311E266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05" t="8696" r="7339" b="4696"/>
          <a:stretch/>
        </p:blipFill>
        <p:spPr>
          <a:xfrm>
            <a:off x="3859566" y="3271725"/>
            <a:ext cx="3427528" cy="2606561"/>
          </a:xfrm>
          <a:prstGeom prst="rect">
            <a:avLst/>
          </a:prstGeom>
        </p:spPr>
      </p:pic>
      <p:pic>
        <p:nvPicPr>
          <p:cNvPr id="10" name="Picture 9" descr="A picture containing screenshot, star, light&#10;&#10;Description automatically generated">
            <a:extLst>
              <a:ext uri="{FF2B5EF4-FFF2-40B4-BE49-F238E27FC236}">
                <a16:creationId xmlns:a16="http://schemas.microsoft.com/office/drawing/2014/main" id="{0B1AD1BE-45A8-D349-9CAA-76EED8A0E0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952" r="2025"/>
          <a:stretch/>
        </p:blipFill>
        <p:spPr>
          <a:xfrm>
            <a:off x="7427168" y="1645270"/>
            <a:ext cx="3984171" cy="3252907"/>
          </a:xfrm>
          <a:prstGeom prst="rect">
            <a:avLst/>
          </a:prstGeom>
        </p:spPr>
      </p:pic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5673C1D4-6FA0-3E4C-89B0-30D1AF9450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87" t="8938" r="6682" b="5847"/>
          <a:stretch/>
        </p:blipFill>
        <p:spPr>
          <a:xfrm>
            <a:off x="402346" y="3271723"/>
            <a:ext cx="3427528" cy="254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76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526002-A679-4647-9B83-7B108C3CC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3322162"/>
            <a:ext cx="12192000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213697-A1A4-2945-9084-97A0E3C34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" y="412422"/>
            <a:ext cx="1219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29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FC0B81-D794-2C43-BBBA-E80D367D0B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26" r="6796" b="3689"/>
          <a:stretch/>
        </p:blipFill>
        <p:spPr>
          <a:xfrm>
            <a:off x="8127997" y="1949449"/>
            <a:ext cx="4064002" cy="2959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4925E-F227-574F-BB33-59F7FC68D2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29" r="6796" b="3785"/>
          <a:stretch/>
        </p:blipFill>
        <p:spPr>
          <a:xfrm>
            <a:off x="0" y="1949449"/>
            <a:ext cx="4064001" cy="2959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0A1641-3BF9-5243-B927-09B90472C6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14" r="6796" b="3301"/>
          <a:stretch/>
        </p:blipFill>
        <p:spPr>
          <a:xfrm>
            <a:off x="4063999" y="1949449"/>
            <a:ext cx="4064001" cy="295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3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CC7BC6-25D0-334E-B7E5-4FCB46DA3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324" y="1615507"/>
            <a:ext cx="5077782" cy="3626987"/>
          </a:xfrm>
          <a:prstGeom prst="rect">
            <a:avLst/>
          </a:prstGeom>
        </p:spPr>
      </p:pic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23C4D469-B5A3-0F4E-8CD9-E62D4D1C70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40" t="16804" r="7275" b="14582"/>
          <a:stretch/>
        </p:blipFill>
        <p:spPr>
          <a:xfrm>
            <a:off x="233110" y="1615507"/>
            <a:ext cx="6484214" cy="362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43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9738FA6D-36DA-504F-AC3A-B9C80FA44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79" y="1608992"/>
            <a:ext cx="5200021" cy="3640015"/>
          </a:xfrm>
          <a:prstGeom prst="rect">
            <a:avLst/>
          </a:prstGeom>
        </p:spPr>
      </p:pic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AD9C1D6E-C006-894D-92C7-6410751BC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246" y="1608992"/>
            <a:ext cx="5200021" cy="364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4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5405AD-9BF0-AE47-8131-04F69CBD8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50" y="1289050"/>
            <a:ext cx="6261100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4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B27CC7-4AC7-1F42-8EBB-7FF65367E0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264" y="1576095"/>
            <a:ext cx="3852922" cy="255858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A6B126D-FB40-0646-9F6C-66037D70F4E8}"/>
              </a:ext>
            </a:extLst>
          </p:cNvPr>
          <p:cNvGrpSpPr>
            <a:grpSpLocks noChangeAspect="1"/>
          </p:cNvGrpSpPr>
          <p:nvPr/>
        </p:nvGrpSpPr>
        <p:grpSpPr>
          <a:xfrm>
            <a:off x="6332585" y="1576094"/>
            <a:ext cx="3981209" cy="2558582"/>
            <a:chOff x="4013294" y="959019"/>
            <a:chExt cx="2639934" cy="1696592"/>
          </a:xfrm>
        </p:grpSpPr>
        <p:pic>
          <p:nvPicPr>
            <p:cNvPr id="6" name="Picture 8" descr="https://3c1703fe8d.site.internapcdn.net/newman/gfx/news/2018/eightmillion.jpg">
              <a:extLst>
                <a:ext uri="{FF2B5EF4-FFF2-40B4-BE49-F238E27FC236}">
                  <a16:creationId xmlns:a16="http://schemas.microsoft.com/office/drawing/2014/main" id="{42E2B10F-9BD4-6942-818E-49CFD5EB78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3294" y="959019"/>
              <a:ext cx="2639934" cy="16965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717A49-0751-A84A-8F18-16BDAA5ABFE7}"/>
                </a:ext>
              </a:extLst>
            </p:cNvPr>
            <p:cNvSpPr/>
            <p:nvPr/>
          </p:nvSpPr>
          <p:spPr>
            <a:xfrm>
              <a:off x="5564309" y="1081362"/>
              <a:ext cx="9720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 pitchFamily="18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The Ocean Cleanup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512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9E9705-96BE-EB4D-8620-C353A746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17" y="-58423"/>
            <a:ext cx="5689262" cy="3555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CA9E40-6E06-D240-A2E9-4ED99345D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02" y="312515"/>
            <a:ext cx="4717774" cy="28139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B7E943-6183-D448-8F90-58C45D4578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04" t="9430" r="7467"/>
          <a:stretch/>
        </p:blipFill>
        <p:spPr>
          <a:xfrm>
            <a:off x="781879" y="3476494"/>
            <a:ext cx="5075583" cy="33482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15927A-B686-DA40-8C59-C05C5872DB7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430" r="6096"/>
          <a:stretch/>
        </p:blipFill>
        <p:spPr>
          <a:xfrm>
            <a:off x="6060324" y="3429000"/>
            <a:ext cx="5241176" cy="337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33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C33E36-DE82-BA4A-8F05-D5CEB8185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0200"/>
            <a:ext cx="54864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828E96-AD6E-4841-A226-0CE138D3A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550" y="1600200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14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9E9705-96BE-EB4D-8620-C353A746FF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80" t="8401" r="7553" b="6993"/>
          <a:stretch/>
        </p:blipFill>
        <p:spPr>
          <a:xfrm>
            <a:off x="2732501" y="152331"/>
            <a:ext cx="6524791" cy="3940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B7E943-6183-D448-8F90-58C45D4578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4" t="9430" r="7467"/>
          <a:stretch/>
        </p:blipFill>
        <p:spPr>
          <a:xfrm>
            <a:off x="1802486" y="4092354"/>
            <a:ext cx="4192411" cy="27656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15927A-B686-DA40-8C59-C05C5872DB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430" r="6096"/>
          <a:stretch/>
        </p:blipFill>
        <p:spPr>
          <a:xfrm>
            <a:off x="6060324" y="4092354"/>
            <a:ext cx="4329190" cy="278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452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9E9705-96BE-EB4D-8620-C353A746FF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80" t="8401" r="7553" b="6993"/>
          <a:stretch/>
        </p:blipFill>
        <p:spPr>
          <a:xfrm>
            <a:off x="780926" y="1888756"/>
            <a:ext cx="5222310" cy="31535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B7E943-6183-D448-8F90-58C45D4578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4" t="9430" r="7467"/>
          <a:stretch/>
        </p:blipFill>
        <p:spPr>
          <a:xfrm>
            <a:off x="6188765" y="1888756"/>
            <a:ext cx="5222310" cy="344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77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A1A117-BC3B-1947-9E07-89B98E461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300"/>
            <a:ext cx="121920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16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196526E6-B01E-014F-B3D9-E0B986010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884078" y="-727138"/>
            <a:ext cx="6612685" cy="855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53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hedral.png">
            <a:extLst>
              <a:ext uri="{FF2B5EF4-FFF2-40B4-BE49-F238E27FC236}">
                <a16:creationId xmlns:a16="http://schemas.microsoft.com/office/drawing/2014/main" id="{5DAD6CC3-F019-6840-A14B-92FC75E0DA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" t="2116" r="2109" b="2149"/>
          <a:stretch/>
        </p:blipFill>
        <p:spPr>
          <a:xfrm>
            <a:off x="469223" y="1747318"/>
            <a:ext cx="3548959" cy="32230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twist.png">
            <a:extLst>
              <a:ext uri="{FF2B5EF4-FFF2-40B4-BE49-F238E27FC236}">
                <a16:creationId xmlns:a16="http://schemas.microsoft.com/office/drawing/2014/main" id="{1E727424-56EB-1B43-982B-C12CA5FED3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6" t="2086" r="2256" b="1633"/>
          <a:stretch/>
        </p:blipFill>
        <p:spPr>
          <a:xfrm>
            <a:off x="4321520" y="1747318"/>
            <a:ext cx="3548959" cy="32230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winglet.png">
            <a:extLst>
              <a:ext uri="{FF2B5EF4-FFF2-40B4-BE49-F238E27FC236}">
                <a16:creationId xmlns:a16="http://schemas.microsoft.com/office/drawing/2014/main" id="{DE3AA290-F09B-F04E-A2C5-87E35384745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" t="2077" r="2477" b="2014"/>
          <a:stretch/>
        </p:blipFill>
        <p:spPr>
          <a:xfrm>
            <a:off x="8173817" y="1747317"/>
            <a:ext cx="3548959" cy="32230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1422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2991</TotalTime>
  <Words>5</Words>
  <Application>Microsoft Macintosh PowerPoint</Application>
  <PresentationFormat>Widescreen</PresentationFormat>
  <Paragraphs>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Manmeet Singh Bhabra</dc:creator>
  <cp:lastModifiedBy>Manmeet Singh Bhabra</cp:lastModifiedBy>
  <cp:revision>54</cp:revision>
  <dcterms:created xsi:type="dcterms:W3CDTF">2020-08-16T05:45:47Z</dcterms:created>
  <dcterms:modified xsi:type="dcterms:W3CDTF">2020-08-21T04:08:37Z</dcterms:modified>
</cp:coreProperties>
</file>